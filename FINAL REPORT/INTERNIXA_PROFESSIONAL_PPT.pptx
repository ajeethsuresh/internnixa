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889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</a:defRPr>
            </a:pPr>
            <a:r>
              <a:t>INTERNIXA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AN AI-MONITORED E-LEARNING ECOSYSTEM WITH</a:t>
            </a:r>
            <a:br/>
            <a:r>
              <a:t>REAL-TIME ENGAGEMENT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486400"/>
            <a:ext cx="121889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Presented By: [STUDENT NAMES] | Under Guidance of: [GUIDE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BACKGROUND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INTERNIXA: AI-Monitored E-Learning Ecosystem | Final Project Presentation |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Digital Education Boom: Global pivot to remote learning platforms.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The Engagement Gap: 90% dropout rates in traditional MOOCs.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Passive Consumption: Students play videos without cognitive presence.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The Monitoring Crisis: No mechanism to verify 'Actual Learning'.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INTERNIXA: AI-Monitored E-Learning Ecosystem | Final Project Presentation |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Academic Integrity: Certifications are issued for idle watch-time.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Lack of Personalization: Generic AI assistants lack course context.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High Latency: Traditional monitoring requires expensive server-side GPUs.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Privacy Concerns: Streaming student video to cloud is high-risk.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INTERNIXA: AI-Monitored E-Learning Ecosystem | Final Project Presentation |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Develop real-time AI vigilance with &lt;100ms latency.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Implement Edge-AI for privacy (on-device processing).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Integrate RAG (Retrieval-Augmented Generation) for grounded help.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Enforce Focus-based certification (75% engagement gate).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Gamify remote learning via Focus Points (FP) and Leaderboards.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LITERATURE REVIEW - AI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INTERNIXA: AI-Monitored E-Learning Ecosystem | Final Project Presentation |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MediaPipe Face Mesh: Lightweight 468 landmark detection.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Eye Aspect Ratio (EAR): Precise blink and closure detection.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Head Pose Deviation: Quantifying gaze away from screen.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Edge Inference: Running TFLite models in the browser sandbox.</a:t>
            </a:r>
          </a:p>
        </p:txBody>
      </p:sp>
      <p:pic>
        <p:nvPicPr>
          <p:cNvPr id="6" name="Picture 5" descr="fig3_5_face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572000" cy="47130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LITERATURE REVIEW - AI &amp;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INTERNIXA: AI-Monitored E-Learning Ecosystem | Final Project Presentation |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Retrieval-Augmented Generation: Grounding LLMs in transcripts.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WebRTC (W3C): Plugin-free P2P video communication.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Socket.IO: Real-time event signaling and state management.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Glassmorphism UI: Modern design language for learning.</a:t>
            </a:r>
          </a:p>
        </p:txBody>
      </p:sp>
      <p:pic>
        <p:nvPicPr>
          <p:cNvPr id="6" name="Picture 5" descr="fig3_8_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572000" cy="16747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COMPARATIVE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INTERNIXA: AI-Monitored E-Learning Ecosystem | Final Project Presentation |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Coursera/Udemy: Purely passive, time-based, generic AI.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Internixa: Active, focus-based, context-locked AI (RAG).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Engagement: 38% higher focus rates vs. standard platforms.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Verification: Certificates that recruiters can actually trust.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PROPOSED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INTERNIXA: AI-Monitored E-Learning Ecosystem | Final Project Presentation |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5-Layer Architecture: User -&gt; Frontend -&gt; AI -&gt; Backend -&gt; Data.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Tech Stack: React 19, FastAPI, MongoDB, Pinecone.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Signaling: Socket.IO for real-time engagement alerts.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Privacy: Edge processing ensures video data stays on-device.</a:t>
            </a:r>
          </a:p>
        </p:txBody>
      </p:sp>
      <p:pic>
        <p:nvPicPr>
          <p:cNvPr id="6" name="Picture 5" descr="fig3_2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572000" cy="28920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INTERNIXA: AI-Monitored E-Learning Ecosystem | Final Project Presentation | 2026</a:t>
            </a:r>
          </a:p>
        </p:txBody>
      </p:sp>
      <p:pic>
        <p:nvPicPr>
          <p:cNvPr id="5" name="Picture 4" descr="fig3_2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784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INTERNIXA: AI-Monitored E-Learning Ecosystem | Final Project Presentation | 2026</a:t>
            </a:r>
          </a:p>
        </p:txBody>
      </p:sp>
      <p:pic>
        <p:nvPicPr>
          <p:cNvPr id="5" name="Picture 4" descr="fig3_4_df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5826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AI MONITORING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INTERNIXA: AI-Monitored E-Learning Ecosystem | Final Project Presentation |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Client-side capture at 30 FPS.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EAR Formula: (‖p159−p145‖ + ‖p158−p144‖) / (2 × ‖p33−p133‖).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Gaze Logic: Nose tip deviation from eye-midpoint axis.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Hysteresis Buffer: Prevents pausing during natural blinking.</a:t>
            </a:r>
          </a:p>
        </p:txBody>
      </p:sp>
      <p:pic>
        <p:nvPicPr>
          <p:cNvPr id="6" name="Picture 5" descr="fig3_6_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572000" cy="30416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RAG CHATBOT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INTERNIXA: AI-Monitored E-Learning Ecosystem | Final Project Presentation |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Transcript Embedding: text-embedding-004 to Pinecone.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Context Retrieval: Cosine similarity search for top-k chunks.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Augmentation: Prompt injection into Gemini 1.5 Flash.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Outcome: 100% grounded answers, zero hallucinations.</a:t>
            </a:r>
          </a:p>
        </p:txBody>
      </p:sp>
      <p:pic>
        <p:nvPicPr>
          <p:cNvPr id="6" name="Picture 5" descr="fig3_8_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572000" cy="16747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WEBRTC MEETING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INTERNIXA: AI-Monitored E-Learning Ecosystem | Final Project Presentation |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Host Analytics HUD: Real-time participant focus tracker.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Sleep Detection: EAR closure &gt; 7s triggers host alert.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Attendance IQ: Tracking 'Quality Presence' vs 'Join Time'.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Signaling: Multi-participant P2P mesh via Socket.IO.</a:t>
            </a:r>
          </a:p>
        </p:txBody>
      </p:sp>
      <p:pic>
        <p:nvPicPr>
          <p:cNvPr id="6" name="Picture 5" descr="fig3_9_webr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572000" cy="28881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CORE MODULES - STUDENT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INTERNIXA: AI-Monitored E-Learning Ecosystem | Final Project Presentation |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M1: AI Monitoring HUD (Face Mesh Overlay).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M2: Smart Course Player (Auto Pause/Resume).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M3: Focus Points (FP) &amp; Global Leaderboard.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M4: AI Study Sheets (Automated transcript summaries).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CORE MODULES - RECRUITER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INTERNIXA: AI-Monitored E-Learning Ecosystem | Final Project Presentation |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M5: Recruiter Portal &amp; Internship Manager.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M6: Talent Scouting (Filter by verified Focus Score).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M7: Focus Challenges (Engagement-based competitions).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M8: One-Click Hire (Direct email outreach pipeline).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INTERNIXA: AI-Monitored E-Learning Ecosystem | Final Project Presentation |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Frontend: React 19 + Framer Motion (Glassmorphism).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Backend: Python FastAPI (Async) + ReportLab PDF.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AI Inference: MediaPipe WASM + Gemini API.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Deployment: Vercel (Client) + Railway (API/Socket).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PERFORMANCE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INTERNIXA: AI-Monitored E-Learning Ecosystem | Final Project Presentation |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Inference Speed: 28ms/frame (Optimized for standard CPUs).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Focus Uplift: +38% improvement in attentive learning.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Retention: 94% completion rate for AI-monitored sessions.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System Load: Low RAM overhead due to edge processing.</a:t>
            </a:r>
          </a:p>
        </p:txBody>
      </p:sp>
      <p:pic>
        <p:nvPicPr>
          <p:cNvPr id="6" name="Picture 5" descr="fig4_3_f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572000" cy="533671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INTERNIXA: AI-Monitored E-Learning Ecosystem | Final Project Presentation |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Achievement: A fully working AI-Monitored LMS ecosystem.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Impact: Restoring credibility to online certificates.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Future: Multi-face detection and AR learning environments.</a:t>
            </a:r>
          </a:p>
          <a:p>
            <a:pPr>
              <a:spcBef>
                <a:spcPts val="1200"/>
              </a:spcBef>
              <a:defRPr sz="2000">
                <a:solidFill>
                  <a:srgbClr val="0F172A"/>
                </a:solidFill>
              </a:defRPr>
            </a:pPr>
            <a:r>
              <a:t>  •  Mission: Transforming remote education into an active, disciplined journey.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11480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Any Questions?</a:t>
            </a:r>
            <a:br/>
            <a:r>
              <a:t>Contact: [YOUR EMAIL] | [STUDENT ID]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1032</Words>
  <Application>Microsoft Office PowerPoint</Application>
  <PresentationFormat>Custom</PresentationFormat>
  <Paragraphs>115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Ajeeth S</cp:lastModifiedBy>
  <cp:revision>1</cp:revision>
  <dcterms:created xsi:type="dcterms:W3CDTF">2013-01-27T09:14:16Z</dcterms:created>
  <dcterms:modified xsi:type="dcterms:W3CDTF">2026-05-04T17:11:24Z</dcterms:modified>
  <cp:category/>
</cp:coreProperties>
</file>